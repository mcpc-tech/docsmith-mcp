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Test Document for 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Document Processing</a:t>
            </a:r>
          </a:p>
          <a:p>
            <a:pPr lvl="1"/>
            <a:r>
              <a:t>Excel Support</a:t>
            </a:r>
          </a:p>
          <a:p>
            <a:pPr lvl="1"/>
            <a:r>
              <a:t>Word Support</a:t>
            </a:r>
          </a:p>
          <a:p>
            <a:pPr lvl="1"/>
            <a:r>
              <a:t>PowerPoint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